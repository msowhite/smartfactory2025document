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108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C98AD-5176-1F24-4D85-02B14533F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3156E9-F421-EF52-2510-429673400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F34FA8-1D99-207C-093B-51F9DAB76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B0DF41-BE5F-6B36-07EA-7B8D8798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4F518A-0777-3BD6-F5EA-06BEEC0B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0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43B9BD-3F72-0866-E889-9920C364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80A805-062D-0AC3-57ED-A87641511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5B1E1-5CD3-A4CC-6F71-85FF1F8D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22691-E1F3-E6CA-7FB4-CE697188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ECED92-1C5C-C8BB-CAAD-BE59CA94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58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4ACBB-8061-FB8C-8294-A665289A8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0576DA-DFFC-C34C-4091-5CB7D6549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8CB671-AD68-2DB0-4C52-2070F65F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51EE2E-0A7A-7521-8A35-C752727F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47FFC-65DD-6474-DAE5-696348DA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09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D14C0B-6B09-199D-22AC-68C765D8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4F55A4-4666-81B8-7B01-6B5747254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252F9-6C4C-4B6C-60F6-39DE5AA4A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FEBA4C-2CC5-56C0-330E-C8A04A66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1B082E-6394-2065-1858-E07BD6A4C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0E2C30-2FB2-A7DF-4931-85FC330E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20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A8851-48CA-6C1C-8CFC-71E8BADC4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CACB41-C9EE-FF50-B871-F5C08C794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EA7DCD-B778-EDEF-B4CB-F1F08AB7E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07D72F-D138-FD28-F5FE-303DBB0D1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082B1F-FD26-D72A-4C55-76C7AEF82A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F20EC6-14BA-CFF6-FD94-58AAC0A80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C56240-1DF2-27C8-E6D4-BA8E108F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74D39B-37D9-643B-F031-54E6D92A4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91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5B7D3-D0B5-11CE-1E89-19F0E040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0791CD-5866-E1F9-7BFB-7AB25896F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789989-6257-51AE-2770-5B4DC07E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E4DC98-6923-4F32-38E6-E3A34F9E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52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DBEC1F-FCAD-7584-F318-48A0114E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B4B07A-BDA9-DF0C-D59D-8711A0556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B62E03-C62E-03C9-C1D3-0A50D588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22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54547-9401-7428-DF2B-A1AC8B5CF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99A34-7DBF-5DB2-C5CF-A2DAC3DB2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F190D1-D92C-AB9B-4DB4-B13AFA6AE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94A2B5-56E4-6824-E47D-6D5B7AD2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0C83CE-1EBC-EA24-F41B-A33188EE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70E616-C6EC-0C33-5CAB-4303A5B0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11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5A6B1-C6DA-154F-4B79-FDD35066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07CCDC-93B8-E89A-D403-D99B10352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BB25B8-3396-C013-3DD6-C1851CC9E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9F8701-14B6-DC39-6D19-523C43AE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D2704D-46B9-1BE2-299E-B9D6D69E9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49C073-4653-0AE2-D01B-7D9CBC50A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59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04F9B-8812-1F52-2C92-26278FD5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340DCA-733F-10AE-1635-A37FBE1E0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59EFA9-3C7E-ABCA-AF5D-3C1884E6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B9C697-3868-D5C3-E74D-C42FAA9AB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D42FF1-CD78-29A3-ABDE-F385B0C9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09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4D10FE-863E-85E5-4956-52A545062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5A5C5E-EDAD-E5A4-C0D3-4129A5D8A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ECE04D-0DA9-6360-BF92-B9DFA4646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5C0F37-8187-CB09-D369-EBAFAB108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FB8F8B-003C-4308-ECEF-F4101DA4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73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2DE398-B6D9-A0F1-DD49-8C9FC656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AB8CDB-A6A6-FA49-9E22-FDA5589ED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5CC6AC-8CA8-A953-0EBF-353DB6D0E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4D6A4-A932-4649-A787-7877ADFD1CF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B576C3-7245-F7CC-FEE2-562143EC8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8FB9BD-C8F6-7E2E-889E-E28408FB5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A96F0-EA0F-4DFD-AB29-BD55F85074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03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그림 55">
            <a:extLst>
              <a:ext uri="{FF2B5EF4-FFF2-40B4-BE49-F238E27FC236}">
                <a16:creationId xmlns:a16="http://schemas.microsoft.com/office/drawing/2014/main" id="{A913D088-FD74-F3D7-9473-D7071173C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31" y="302092"/>
            <a:ext cx="8668960" cy="57920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D5CCD24-871E-EC58-3071-328E2E3D2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320" y="1117338"/>
            <a:ext cx="1052800" cy="67923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E87AE3-BD60-3F0F-1359-14087F1DC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125" y="1117338"/>
            <a:ext cx="1052800" cy="67923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8EC9F3F-1730-D728-D78C-B023EAF2F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601" y="1117338"/>
            <a:ext cx="1052800" cy="67923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AA70239-B7DB-2358-2A78-7943CEF0B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244" y="1117338"/>
            <a:ext cx="1052800" cy="67923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DFD407E-D3A1-E10F-DDA8-C33860B0F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966" y="1117338"/>
            <a:ext cx="1052800" cy="679239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ABF61571-D0FD-DA2E-54C7-60C349851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320" y="2114182"/>
            <a:ext cx="1052800" cy="67923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0F3B25E5-40C3-5017-B873-305605371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125" y="2114182"/>
            <a:ext cx="1052800" cy="67923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F56382F-BF1E-561F-4A26-B51964CA2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601" y="2114182"/>
            <a:ext cx="1052800" cy="67923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0C089B1A-A1D0-5AF9-5A89-AD78412CE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244" y="2114182"/>
            <a:ext cx="1052800" cy="67923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A275FD1-47E7-1703-AAFC-B773C40C5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966" y="2114182"/>
            <a:ext cx="1052800" cy="67923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5707C89-C7B3-3BB9-CA92-A2DD42BB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320" y="3111026"/>
            <a:ext cx="1052800" cy="679239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AC7ED13B-1EC6-E588-6C7A-DEB2A876C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125" y="3111026"/>
            <a:ext cx="1052800" cy="679239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B2CCD6EE-8D86-3991-8394-C0AE1F57B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601" y="3111026"/>
            <a:ext cx="1052800" cy="679239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C6D38D8F-2C95-8749-8E3B-D4DA05B98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244" y="3111026"/>
            <a:ext cx="1052800" cy="679239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1308BBA-97AE-0C71-F2FC-A136C502E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966" y="3111026"/>
            <a:ext cx="1052800" cy="679239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1E8D255-71B4-56D4-EB96-52804C01B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320" y="4107870"/>
            <a:ext cx="1052800" cy="67923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24658B6-73DD-4AF1-8FD4-40B7C02B0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125" y="4107870"/>
            <a:ext cx="1052800" cy="67923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B3A7537-07A3-AEE1-7D5A-C914A1023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601" y="4107870"/>
            <a:ext cx="1052800" cy="679239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F41FB770-32D2-9AE8-637E-B2F22C825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244" y="4107870"/>
            <a:ext cx="1052800" cy="67923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10B60EBE-0798-0C6F-4ED2-88A44B9E3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966" y="4107870"/>
            <a:ext cx="1052800" cy="679239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8829A058-4897-57A4-3919-F102D5BF0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320" y="5083068"/>
            <a:ext cx="1052800" cy="679239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A9A5036A-7C01-BFDE-85CA-0A8CD7EC5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125" y="5083068"/>
            <a:ext cx="1052800" cy="679239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3315170E-83A0-8391-295F-7628B0B9D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601" y="5083068"/>
            <a:ext cx="1052800" cy="679239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A815DC8-00F7-2CC3-C116-F741E3C2C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244" y="5083068"/>
            <a:ext cx="1052800" cy="679239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BD2B18A4-E086-D784-7A9D-C130D71C3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966" y="5083068"/>
            <a:ext cx="1052800" cy="67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8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8837BB-5564-7F4E-C330-12D09344F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456" y="475518"/>
            <a:ext cx="5234900" cy="61993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AFB87C-B5CD-19F9-978A-45CEB9DDC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349" y="371048"/>
            <a:ext cx="1305107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4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0B07615-6707-512E-E8EE-87B99EE8D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80" y="634933"/>
            <a:ext cx="1276528" cy="30388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E3A838-FC7F-55A3-F9CA-C3D0023B4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782" y="729113"/>
            <a:ext cx="6178979" cy="572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2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8068D0B-E929-D430-B1F1-B7EAC8D27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101" y="1395128"/>
            <a:ext cx="6077798" cy="406774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7FE0BCC-E45F-E90F-0F87-205D677A8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738" y="2240003"/>
            <a:ext cx="5717506" cy="308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2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5974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T35005</dc:creator>
  <cp:lastModifiedBy>T35005</cp:lastModifiedBy>
  <cp:revision>1</cp:revision>
  <dcterms:created xsi:type="dcterms:W3CDTF">2025-11-24T05:37:41Z</dcterms:created>
  <dcterms:modified xsi:type="dcterms:W3CDTF">2025-11-28T09:12:39Z</dcterms:modified>
</cp:coreProperties>
</file>