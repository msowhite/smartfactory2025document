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94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04" y="100"/>
      </p:cViewPr>
      <p:guideLst>
        <p:guide orient="horz" pos="3294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EC0D2-87C4-0FEF-9558-DF9BA61D6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5350B0-E78E-6658-11E3-81625D093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ADF878-979A-FCC7-C7C5-258CA3E2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5DDF7-0EB8-DF99-413D-3B7574E8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A4FF39-C2C4-46D0-CC6C-9FDBC3F7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95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4C35E-EA4A-3AAB-45B8-2EAC5077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301980-EC54-7016-5F1E-D2E823CD8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E009B-934E-FFD8-E92E-F9D153E1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13161-2497-07FF-F702-B85E917E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4C121E-86BC-E800-F09D-7067B5B2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56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6BDBB-B2C2-1EC7-17D4-5E88CCC6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009725-3C03-F5B5-F452-55C7754B9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EDB78C-28B0-279C-2DC0-23957270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A1FBF-4559-44ED-38E2-FDE94C42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40D36E-6649-F56B-65AD-8B6D1BCF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44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BBB33-03E8-4015-99AB-D823EC12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A7BC5-A057-240D-4AAF-B7ABB1CC5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D6064-7309-56AB-BA1C-C238AE8E2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6EBCF4-DABC-C1EE-ADB4-B6338554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87E412-0AA4-89AF-EF5E-527DAD7B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610D01-0049-2F96-F508-2886E61F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70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7B3D5-41B9-F7DD-2772-C46D0CC9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1AB65F-55C7-7275-9ED1-08CFD0860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527B36-1445-7AF0-2169-918EEB05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EA0CB1-7FF3-CD52-0338-491F4508E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7A5699-F2C4-14B5-9E2B-D0441EAAE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112ED3-A705-F3E1-D93A-5589F156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17170A8-1F68-D954-F497-DE03FDBC5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47A398-6A59-D2BD-CD2D-FD364B72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33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DFA07-0D1D-C99F-701A-3D4CDBA3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B2142-9A22-B71B-A390-FE45AB71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C9AA38-E349-7D73-9269-057555C5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3FB2A2-85B4-B04B-DC8A-860B6E6C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15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D6A344-0D48-1BD6-0895-6C865D9DF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12BF98-0271-BBCB-D1ED-7A7E0A1E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5FD8A1-9473-3B0E-96B2-55EF1D18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C5CEF-E344-4F2A-1DB9-AF66E6208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A233B3-048C-2029-E8AB-A007FBBDA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645243-9A1C-58F8-30CB-CFC826814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CE4128-143B-4D5A-77FD-06C1E217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6218F2-4EC1-71A8-ADDC-330AC468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C1EB23-1D52-C341-742D-3F4E4E9E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78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C5B18-5A0E-9626-48EA-E3AC46E7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9C6306-F225-2F92-B58F-EBE577EF9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8F73E5-C96D-F357-49C2-3CBDC1EF4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C907ED-C8ED-DFF8-88EB-F9605518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15D9FA-94AB-0483-EE5A-D68BA5C5D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79BA81-DF04-02FD-D229-83651A23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66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CECD9-6E4B-087E-5103-ECDD4AE5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D26241-CC37-6CE1-812B-682EEA5DA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57906B-40E1-47A7-BF90-550982CA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0BF04E-8690-9EC8-D91A-3931F3A5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44CA82-13F0-1206-08B9-E893629F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45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980024-F919-C433-67FD-6B125AAE3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35C077-B54B-05A2-AD31-C7C55AA1A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256BD4-D579-A0EA-A49D-56D897AE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B4D7B-3ED4-77DB-0E54-13EA75D5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310075-B20F-ED08-72FE-7CD7DD84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66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288FE6-EEB9-C306-E49A-A3B0B54E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2FAE4-9ABA-5E89-AE34-13B0F9E44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E057A5-D4D8-C3DF-ECF2-CDE6FE33B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3E96-14C4-40BE-B4A1-BC45B8A8311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681D8A-8378-E45D-5222-2382F27E5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C76D0F-8ECA-F881-16EC-FADD49F92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7903-0EAB-48ED-BEFF-79BBBE1810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93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CFEFAA0-E67E-7FB4-6BAC-F32713E6A11A}"/>
              </a:ext>
            </a:extLst>
          </p:cNvPr>
          <p:cNvSpPr/>
          <p:nvPr/>
        </p:nvSpPr>
        <p:spPr>
          <a:xfrm>
            <a:off x="7190947" y="1354821"/>
            <a:ext cx="2294389" cy="2978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616C23-B4A5-FA8F-ABA6-0A785DB9D582}"/>
              </a:ext>
            </a:extLst>
          </p:cNvPr>
          <p:cNvSpPr/>
          <p:nvPr/>
        </p:nvSpPr>
        <p:spPr>
          <a:xfrm>
            <a:off x="3481431" y="1388377"/>
            <a:ext cx="2294389" cy="2978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5" name="_x77019176">
            <a:extLst>
              <a:ext uri="{FF2B5EF4-FFF2-40B4-BE49-F238E27FC236}">
                <a16:creationId xmlns:a16="http://schemas.microsoft.com/office/drawing/2014/main" id="{125CBD82-6411-DAD8-702B-475391D39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376" y="1439875"/>
            <a:ext cx="2220913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F0422E4-33BC-AA30-FA9E-8673E0476897}"/>
              </a:ext>
            </a:extLst>
          </p:cNvPr>
          <p:cNvSpPr/>
          <p:nvPr/>
        </p:nvSpPr>
        <p:spPr>
          <a:xfrm>
            <a:off x="5914239" y="2197916"/>
            <a:ext cx="1203819" cy="1291905"/>
          </a:xfrm>
          <a:prstGeom prst="rightArrow">
            <a:avLst>
              <a:gd name="adj1" fmla="val 48701"/>
              <a:gd name="adj2" fmla="val 49651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특정일자 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해당년월의 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행사목록 표시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CBE372F-3C90-CFCC-487A-80F6CC0BB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477" y="1439876"/>
            <a:ext cx="2202104" cy="26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4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B38EDC-A736-C9F3-83C7-CCA3C286D1B2}"/>
              </a:ext>
            </a:extLst>
          </p:cNvPr>
          <p:cNvSpPr/>
          <p:nvPr/>
        </p:nvSpPr>
        <p:spPr>
          <a:xfrm>
            <a:off x="8241563" y="2363404"/>
            <a:ext cx="2294389" cy="241832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616C23-B4A5-FA8F-ABA6-0A785DB9D582}"/>
              </a:ext>
            </a:extLst>
          </p:cNvPr>
          <p:cNvSpPr/>
          <p:nvPr/>
        </p:nvSpPr>
        <p:spPr>
          <a:xfrm>
            <a:off x="3481431" y="1388377"/>
            <a:ext cx="2294389" cy="2978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F0422E4-33BC-AA30-FA9E-8673E0476897}"/>
              </a:ext>
            </a:extLst>
          </p:cNvPr>
          <p:cNvSpPr/>
          <p:nvPr/>
        </p:nvSpPr>
        <p:spPr>
          <a:xfrm>
            <a:off x="5914239" y="2197916"/>
            <a:ext cx="1203819" cy="1291905"/>
          </a:xfrm>
          <a:prstGeom prst="rightArrow">
            <a:avLst>
              <a:gd name="adj1" fmla="val 48701"/>
              <a:gd name="adj2" fmla="val 49651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선택시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다음 질문으로 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진행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8BCC664-2041-1DCA-320F-9F29A2D9D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26" y="1462912"/>
            <a:ext cx="2160981" cy="282386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AA7AEA-40EC-E22B-B6C2-798C0F61B7DC}"/>
              </a:ext>
            </a:extLst>
          </p:cNvPr>
          <p:cNvSpPr/>
          <p:nvPr/>
        </p:nvSpPr>
        <p:spPr>
          <a:xfrm>
            <a:off x="3791817" y="3263318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신장병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CAD6D8-64E3-1F7E-69B2-1AF8385FA99E}"/>
              </a:ext>
            </a:extLst>
          </p:cNvPr>
          <p:cNvSpPr/>
          <p:nvPr/>
        </p:nvSpPr>
        <p:spPr>
          <a:xfrm>
            <a:off x="4598466" y="3263318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고혈압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00E4B4-13C9-A3BB-242D-35835E74D8F5}"/>
              </a:ext>
            </a:extLst>
          </p:cNvPr>
          <p:cNvSpPr/>
          <p:nvPr/>
        </p:nvSpPr>
        <p:spPr>
          <a:xfrm>
            <a:off x="3791817" y="3564356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당뇨병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D4D214-B3CE-8D8F-663D-2E29F32CA41B}"/>
              </a:ext>
            </a:extLst>
          </p:cNvPr>
          <p:cNvSpPr/>
          <p:nvPr/>
        </p:nvSpPr>
        <p:spPr>
          <a:xfrm>
            <a:off x="4598465" y="3564356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관절염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CD9F5E6-0ED0-2BB3-330D-6745DA9C2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525" y="2437938"/>
            <a:ext cx="2224463" cy="2252836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EB2258E-1C18-0DF4-EFED-87B15656C472}"/>
              </a:ext>
            </a:extLst>
          </p:cNvPr>
          <p:cNvSpPr/>
          <p:nvPr/>
        </p:nvSpPr>
        <p:spPr>
          <a:xfrm>
            <a:off x="7256477" y="3376569"/>
            <a:ext cx="1203819" cy="1291905"/>
          </a:xfrm>
          <a:prstGeom prst="rightArrow">
            <a:avLst>
              <a:gd name="adj1" fmla="val 48701"/>
              <a:gd name="adj2" fmla="val 49651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질문 답변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완료시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03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B38EDC-A736-C9F3-83C7-CCA3C286D1B2}"/>
              </a:ext>
            </a:extLst>
          </p:cNvPr>
          <p:cNvSpPr/>
          <p:nvPr/>
        </p:nvSpPr>
        <p:spPr>
          <a:xfrm>
            <a:off x="7221516" y="2350821"/>
            <a:ext cx="2048320" cy="241832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616C23-B4A5-FA8F-ABA6-0A785DB9D582}"/>
              </a:ext>
            </a:extLst>
          </p:cNvPr>
          <p:cNvSpPr/>
          <p:nvPr/>
        </p:nvSpPr>
        <p:spPr>
          <a:xfrm>
            <a:off x="3481431" y="1388377"/>
            <a:ext cx="2294389" cy="2978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F0422E4-33BC-AA30-FA9E-8673E0476897}"/>
              </a:ext>
            </a:extLst>
          </p:cNvPr>
          <p:cNvSpPr/>
          <p:nvPr/>
        </p:nvSpPr>
        <p:spPr>
          <a:xfrm>
            <a:off x="5914239" y="2197916"/>
            <a:ext cx="1203819" cy="1291905"/>
          </a:xfrm>
          <a:prstGeom prst="rightArrow">
            <a:avLst>
              <a:gd name="adj1" fmla="val 48701"/>
              <a:gd name="adj2" fmla="val 49651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선택시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해당 </a:t>
            </a:r>
            <a:r>
              <a:rPr lang="en-US" altLang="ko-KR" sz="900" dirty="0">
                <a:solidFill>
                  <a:schemeClr val="tx1"/>
                </a:solidFill>
              </a:rPr>
              <a:t>URL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로 이동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AA7AEA-40EC-E22B-B6C2-798C0F61B7DC}"/>
              </a:ext>
            </a:extLst>
          </p:cNvPr>
          <p:cNvSpPr/>
          <p:nvPr/>
        </p:nvSpPr>
        <p:spPr>
          <a:xfrm>
            <a:off x="3471736" y="5880683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신장병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CAD6D8-64E3-1F7E-69B2-1AF8385FA99E}"/>
              </a:ext>
            </a:extLst>
          </p:cNvPr>
          <p:cNvSpPr/>
          <p:nvPr/>
        </p:nvSpPr>
        <p:spPr>
          <a:xfrm>
            <a:off x="4278385" y="5880683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고혈압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00E4B4-13C9-A3BB-242D-35835E74D8F5}"/>
              </a:ext>
            </a:extLst>
          </p:cNvPr>
          <p:cNvSpPr/>
          <p:nvPr/>
        </p:nvSpPr>
        <p:spPr>
          <a:xfrm>
            <a:off x="3471736" y="6181721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당뇨병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D4D214-B3CE-8D8F-663D-2E29F32CA41B}"/>
              </a:ext>
            </a:extLst>
          </p:cNvPr>
          <p:cNvSpPr/>
          <p:nvPr/>
        </p:nvSpPr>
        <p:spPr>
          <a:xfrm>
            <a:off x="4278384" y="6181721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관절염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2F42C8-C8E6-B9AD-4C9D-A59BAA257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079" y="1434876"/>
            <a:ext cx="2201185" cy="29197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38AF3C4-6A2E-EE17-34D3-0F071C028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603" y="2413879"/>
            <a:ext cx="1570146" cy="229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B38EDC-A736-C9F3-83C7-CCA3C286D1B2}"/>
              </a:ext>
            </a:extLst>
          </p:cNvPr>
          <p:cNvSpPr/>
          <p:nvPr/>
        </p:nvSpPr>
        <p:spPr>
          <a:xfrm>
            <a:off x="7221516" y="2350821"/>
            <a:ext cx="1880539" cy="241832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616C23-B4A5-FA8F-ABA6-0A785DB9D582}"/>
              </a:ext>
            </a:extLst>
          </p:cNvPr>
          <p:cNvSpPr/>
          <p:nvPr/>
        </p:nvSpPr>
        <p:spPr>
          <a:xfrm>
            <a:off x="3481431" y="1388377"/>
            <a:ext cx="2294389" cy="2978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F0422E4-33BC-AA30-FA9E-8673E0476897}"/>
              </a:ext>
            </a:extLst>
          </p:cNvPr>
          <p:cNvSpPr/>
          <p:nvPr/>
        </p:nvSpPr>
        <p:spPr>
          <a:xfrm>
            <a:off x="5914239" y="2197916"/>
            <a:ext cx="1203819" cy="1291905"/>
          </a:xfrm>
          <a:prstGeom prst="rightArrow">
            <a:avLst>
              <a:gd name="adj1" fmla="val 48701"/>
              <a:gd name="adj2" fmla="val 49651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선택시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상담이력 상세내역으로 이동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AA7AEA-40EC-E22B-B6C2-798C0F61B7DC}"/>
              </a:ext>
            </a:extLst>
          </p:cNvPr>
          <p:cNvSpPr/>
          <p:nvPr/>
        </p:nvSpPr>
        <p:spPr>
          <a:xfrm>
            <a:off x="3471736" y="5880683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신장병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CAD6D8-64E3-1F7E-69B2-1AF8385FA99E}"/>
              </a:ext>
            </a:extLst>
          </p:cNvPr>
          <p:cNvSpPr/>
          <p:nvPr/>
        </p:nvSpPr>
        <p:spPr>
          <a:xfrm>
            <a:off x="4278385" y="5880683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고혈압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00E4B4-13C9-A3BB-242D-35835E74D8F5}"/>
              </a:ext>
            </a:extLst>
          </p:cNvPr>
          <p:cNvSpPr/>
          <p:nvPr/>
        </p:nvSpPr>
        <p:spPr>
          <a:xfrm>
            <a:off x="3471736" y="6181721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당뇨병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D4D214-B3CE-8D8F-663D-2E29F32CA41B}"/>
              </a:ext>
            </a:extLst>
          </p:cNvPr>
          <p:cNvSpPr/>
          <p:nvPr/>
        </p:nvSpPr>
        <p:spPr>
          <a:xfrm>
            <a:off x="4278384" y="6181721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관절염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35067E-2770-D726-A77B-6CF6D39CD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498" y="1447101"/>
            <a:ext cx="2149654" cy="28228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4B0F4A-53FE-A846-E81A-8F1ADC366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253" y="2388623"/>
            <a:ext cx="1761688" cy="231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6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867E2D-3AD1-69C8-F5B3-4C13CA8E8266}"/>
              </a:ext>
            </a:extLst>
          </p:cNvPr>
          <p:cNvSpPr/>
          <p:nvPr/>
        </p:nvSpPr>
        <p:spPr>
          <a:xfrm>
            <a:off x="7378118" y="1077984"/>
            <a:ext cx="3246539" cy="23106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616C23-B4A5-FA8F-ABA6-0A785DB9D582}"/>
              </a:ext>
            </a:extLst>
          </p:cNvPr>
          <p:cNvSpPr/>
          <p:nvPr/>
        </p:nvSpPr>
        <p:spPr>
          <a:xfrm>
            <a:off x="1266738" y="1077984"/>
            <a:ext cx="2294389" cy="2978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AA7AEA-40EC-E22B-B6C2-798C0F61B7DC}"/>
              </a:ext>
            </a:extLst>
          </p:cNvPr>
          <p:cNvSpPr/>
          <p:nvPr/>
        </p:nvSpPr>
        <p:spPr>
          <a:xfrm>
            <a:off x="3471736" y="5880683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신장병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CAD6D8-64E3-1F7E-69B2-1AF8385FA99E}"/>
              </a:ext>
            </a:extLst>
          </p:cNvPr>
          <p:cNvSpPr/>
          <p:nvPr/>
        </p:nvSpPr>
        <p:spPr>
          <a:xfrm>
            <a:off x="4278385" y="5880683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고혈압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00E4B4-13C9-A3BB-242D-35835E74D8F5}"/>
              </a:ext>
            </a:extLst>
          </p:cNvPr>
          <p:cNvSpPr/>
          <p:nvPr/>
        </p:nvSpPr>
        <p:spPr>
          <a:xfrm>
            <a:off x="3471736" y="6181721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당뇨병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D4D214-B3CE-8D8F-663D-2E29F32CA41B}"/>
              </a:ext>
            </a:extLst>
          </p:cNvPr>
          <p:cNvSpPr/>
          <p:nvPr/>
        </p:nvSpPr>
        <p:spPr>
          <a:xfrm>
            <a:off x="4278384" y="6181721"/>
            <a:ext cx="700481" cy="226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관절염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27D0DB-C16A-DE9C-FAB2-E47C084F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766" y="2567030"/>
            <a:ext cx="2002970" cy="8216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335B80B-1EC1-45B4-DD75-C9663909C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66" y="1250205"/>
            <a:ext cx="2002970" cy="129876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D9F6896-66DA-72D8-2254-0FE91B2B242C}"/>
              </a:ext>
            </a:extLst>
          </p:cNvPr>
          <p:cNvSpPr/>
          <p:nvPr/>
        </p:nvSpPr>
        <p:spPr>
          <a:xfrm>
            <a:off x="4488110" y="1077984"/>
            <a:ext cx="2294389" cy="29780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12C0ECF-5F53-8898-6E7B-E7A31626A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989" y="1128317"/>
            <a:ext cx="2229953" cy="285645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5D77F2C-D5B3-89A5-89E4-E7D8666ABDF2}"/>
              </a:ext>
            </a:extLst>
          </p:cNvPr>
          <p:cNvSpPr txBox="1"/>
          <p:nvPr/>
        </p:nvSpPr>
        <p:spPr>
          <a:xfrm>
            <a:off x="7600429" y="3178428"/>
            <a:ext cx="6543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키워드</a:t>
            </a:r>
            <a:r>
              <a:rPr lang="en-US" altLang="ko-KR" sz="900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BB3AD4-924C-F37F-AA13-23BD4D0A5D63}"/>
              </a:ext>
            </a:extLst>
          </p:cNvPr>
          <p:cNvSpPr txBox="1"/>
          <p:nvPr/>
        </p:nvSpPr>
        <p:spPr>
          <a:xfrm>
            <a:off x="7370935" y="2348868"/>
            <a:ext cx="338554" cy="7843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sym typeface="Wingdings" panose="05000000000000000000" pitchFamily="2" charset="2"/>
              </a:rPr>
              <a:t></a:t>
            </a:r>
            <a:r>
              <a:rPr lang="ko-KR" altLang="en-US" sz="1000" dirty="0">
                <a:solidFill>
                  <a:srgbClr val="FF0000"/>
                </a:solidFill>
              </a:rPr>
              <a:t>질문횟수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13890E6-A6F5-1D8B-D7D3-6C19CDE70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249" y="1312602"/>
            <a:ext cx="2796017" cy="184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6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1616C23-B4A5-FA8F-ABA6-0A785DB9D582}"/>
              </a:ext>
            </a:extLst>
          </p:cNvPr>
          <p:cNvSpPr/>
          <p:nvPr/>
        </p:nvSpPr>
        <p:spPr>
          <a:xfrm>
            <a:off x="1359018" y="184571"/>
            <a:ext cx="3988964" cy="20133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E7687A-5767-8ED0-C604-0AA35EAD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046" y="289421"/>
            <a:ext cx="3766774" cy="184822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D9046CB-9933-6C95-B7B5-3B9673E9C277}"/>
              </a:ext>
            </a:extLst>
          </p:cNvPr>
          <p:cNvSpPr/>
          <p:nvPr/>
        </p:nvSpPr>
        <p:spPr>
          <a:xfrm>
            <a:off x="6220438" y="838899"/>
            <a:ext cx="3846352" cy="20133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5EB63A-364C-B02D-28D4-AAD2B185C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993" y="897501"/>
            <a:ext cx="3747262" cy="190861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E5B217-3A9A-91C3-2175-48C5E9DF928F}"/>
              </a:ext>
            </a:extLst>
          </p:cNvPr>
          <p:cNvSpPr/>
          <p:nvPr/>
        </p:nvSpPr>
        <p:spPr>
          <a:xfrm>
            <a:off x="1386981" y="2571226"/>
            <a:ext cx="4070058" cy="3200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8BADE7-30F1-EB3B-3C2E-32E2E9939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145" y="2615596"/>
            <a:ext cx="4019526" cy="3051167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4D6555-93E9-D242-6A2D-4D18258418F5}"/>
              </a:ext>
            </a:extLst>
          </p:cNvPr>
          <p:cNvSpPr/>
          <p:nvPr/>
        </p:nvSpPr>
        <p:spPr>
          <a:xfrm>
            <a:off x="6253993" y="3134500"/>
            <a:ext cx="3988964" cy="11900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DBBD557-FAF7-C8E8-B361-8F343AF80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493" y="3185769"/>
            <a:ext cx="3826295" cy="1084227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D54457AF-3C12-7352-126E-CC580EE8DBD4}"/>
              </a:ext>
            </a:extLst>
          </p:cNvPr>
          <p:cNvSpPr/>
          <p:nvPr/>
        </p:nvSpPr>
        <p:spPr>
          <a:xfrm>
            <a:off x="5742264" y="4476739"/>
            <a:ext cx="4413524" cy="10138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0C07AEC-55BF-07A3-0A46-5D9E15ED9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404" y="4540205"/>
            <a:ext cx="4328720" cy="90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5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41</Words>
  <Application>Microsoft Office PowerPoint</Application>
  <PresentationFormat>와이드스크린</PresentationFormat>
  <Paragraphs>32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T35005</dc:creator>
  <cp:lastModifiedBy>T35005</cp:lastModifiedBy>
  <cp:revision>2</cp:revision>
  <dcterms:created xsi:type="dcterms:W3CDTF">2025-11-19T08:56:37Z</dcterms:created>
  <dcterms:modified xsi:type="dcterms:W3CDTF">2025-11-19T14:06:11Z</dcterms:modified>
</cp:coreProperties>
</file>