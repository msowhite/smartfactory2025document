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7AF677-0AE0-C444-2C3E-117EAC4CD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B42C67-AB1A-8EA3-265D-F09EC70215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A9C675-1DD2-0818-5C06-4DEBC1C37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14BAD5-5968-C818-0C69-99BAA4FB0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4C3F37-B2DB-1455-0AF5-2390E16B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898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D0046-0840-FE4C-06B1-51162D868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750E5B-CA0C-5054-A595-88CE2C3C3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459E1A-E18A-2F8E-F27B-731E1AA16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A323DD-63A1-697B-579E-25061A5F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A42ADD-743B-0BEA-ED7D-432325992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3677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D66EA5-D395-F379-745F-1E59E4169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634B9D-5DA9-8E12-C773-876D35D92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06354A-1B00-87E1-E91D-EE142E2BA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25C50E-3DB5-3DFF-0506-F7706B277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7388EC-FA2D-7CA4-2562-11E1ADDB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33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584CF-D3B5-ACC6-B73B-151C14261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3A2DC9-C9E9-50C1-E2FD-C4E28F6FAC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A521FA-4F8F-B2E5-E89D-82CA4B576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4F16800-E10A-1924-DEC9-4547751C7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0CC743-6FF1-9ED4-8546-68C1F064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27863F-12C0-7E77-3118-E22B5CFA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517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AFA4E7-7B8C-5A6F-0F56-4104BCC3E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69DEB6B-1F49-9719-E18B-FF543AAD3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5D0601-B25B-54DE-9F3F-A0E9DCCFA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4DB6CC5-4975-42C6-01CC-6A887B328E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E3A217E-93E3-8C1F-843F-06F8C75854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C1E3DE-5DA4-7E37-4DA0-CE935E94E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864EA9-955D-C02C-4D55-783048FA9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E66D307-5372-98F1-B1F3-A14FECF86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0635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1A3CC6-66E1-5BB9-4EC2-0D92C627B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B702347-FB2E-DB4B-EDC6-E96DAB60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A2CFBD-952B-2966-FCD8-1F0977F6B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3EB469-E586-5759-24A3-3AE7357A6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23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B73AD2D-8A80-AEE3-DF73-51FBAFBDA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46C6D3-9038-E08E-3692-AC7C68A1D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4DC3C3-BD76-F40C-376E-80762D56A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527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DA60F-8572-0DD6-C4BC-F88502ABC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B3127B-63A8-C3F5-A46E-527CB8896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69FF39-6A1B-84E8-4C9E-88AB966C3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E948F7-7741-6168-1337-DFA1BDAC2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98ED4D-5B19-61AF-CC1B-ADDB191CC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6BA6B7-B586-741D-87E3-6FDFE4EC4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638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AA8F0-47BE-BA78-BFE6-CC92019E7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418AA74-C63F-FB97-942E-4ACF7BF60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7CD958A-7171-D616-E7EC-A772FB57C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D9D6E6-ABA7-7B8D-AFE9-E9BA1DF24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6CAE93-4867-CA8C-F3CC-6AD59EE9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067473-581C-E9EF-C42E-D8FF654C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198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F58982-DD63-EAD2-E8D7-07B65CAC3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7E7406-D240-7130-DB45-EC84D6E09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F7ECDF-4F6D-42E1-81D9-64FD98444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D1354D-A13B-AABA-D7EC-161781696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708AFA-933F-E1F3-5E06-D6A7C20D1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161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0050FC-88B7-4947-8280-4C9810C988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B8DAEB-7D8E-C99B-B8C3-618E27F850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E901DB-FB5E-AB60-0652-49571918A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4EEB7F-507C-6E55-DCC7-237D6341F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D8286D-AD36-8DBD-D429-A71E6C656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667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2B2D23-8BB0-2C6E-EAFE-429AC26A8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7FBF1B-9726-153B-2120-B019B73CF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BC7EC1-871F-9010-68EF-D791347701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6BF972-E10F-438C-8AC7-5EBC5A120FCE}" type="datetimeFigureOut">
              <a:rPr lang="ko-KR" altLang="en-US" smtClean="0"/>
              <a:t>2026-01-06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31A7C1-6E76-A55E-94B9-894C34BF4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3B3BAB-C485-53BF-885E-4EB56B7C6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B8987-6EC6-48A4-8ADF-D0C5FAC0D3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385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E014DC-81D0-D46A-573C-9C0742910328}"/>
              </a:ext>
            </a:extLst>
          </p:cNvPr>
          <p:cNvSpPr/>
          <p:nvPr/>
        </p:nvSpPr>
        <p:spPr>
          <a:xfrm>
            <a:off x="609599" y="581891"/>
            <a:ext cx="3029527" cy="7019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2026-01-06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403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FF066E-A818-B216-5E69-6CC9B14F45A0}"/>
              </a:ext>
            </a:extLst>
          </p:cNvPr>
          <p:cNvSpPr txBox="1"/>
          <p:nvPr/>
        </p:nvSpPr>
        <p:spPr>
          <a:xfrm>
            <a:off x="655780" y="639601"/>
            <a:ext cx="1039153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10:54 </a:t>
            </a:r>
            <a:r>
              <a:rPr lang="ko-KR" altLang="en-US" dirty="0"/>
              <a:t>기초코드 8번에 추가했는데도 외주공정 리스크가 안 뜹니다.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각 제품별로 해당 제품에 적용되는 공정을 각각 등록 시켜야 </a:t>
            </a:r>
            <a:r>
              <a:rPr lang="ko-KR" altLang="en-US" dirty="0" err="1"/>
              <a:t>입고시</a:t>
            </a:r>
            <a:r>
              <a:rPr lang="ko-KR" altLang="en-US" dirty="0"/>
              <a:t> 제품 입력 후 공정 </a:t>
            </a:r>
            <a:r>
              <a:rPr lang="ko-KR" altLang="en-US" dirty="0" err="1"/>
              <a:t>더블클릭하면</a:t>
            </a:r>
            <a:r>
              <a:rPr lang="ko-KR" altLang="en-US" dirty="0"/>
              <a:t> 공정이 팝업 됩니다</a:t>
            </a:r>
            <a:r>
              <a:rPr lang="en-US" altLang="ko-KR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기준정보</a:t>
            </a:r>
            <a:r>
              <a:rPr lang="en-US" altLang="ko-KR" dirty="0"/>
              <a:t>&gt;</a:t>
            </a:r>
            <a:r>
              <a:rPr lang="ko-KR" altLang="en-US" dirty="0"/>
              <a:t>제품등록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제품별 공정등록 가능한 화면으로 변경</a:t>
            </a:r>
            <a:endParaRPr lang="en-US" altLang="ko-KR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기존 제품에는 모든 공정으로 강제로 등록시킴 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입고관리</a:t>
            </a:r>
            <a:r>
              <a:rPr lang="en-US" altLang="ko-KR" dirty="0"/>
              <a:t>&gt;</a:t>
            </a:r>
            <a:r>
              <a:rPr lang="ko-KR" altLang="en-US" dirty="0" err="1"/>
              <a:t>제품입고전표등록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매입단가 </a:t>
            </a:r>
            <a:r>
              <a:rPr lang="en-US" altLang="ko-KR" dirty="0"/>
              <a:t>: </a:t>
            </a:r>
            <a:r>
              <a:rPr lang="ko-KR" altLang="en-US" dirty="0" err="1"/>
              <a:t>소수이하</a:t>
            </a:r>
            <a:r>
              <a:rPr lang="ko-KR" altLang="en-US" dirty="0"/>
              <a:t> 등록되게</a:t>
            </a:r>
            <a:endParaRPr lang="en-US" altLang="ko-KR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공급가액 </a:t>
            </a:r>
            <a:r>
              <a:rPr lang="en-US" altLang="ko-KR" dirty="0"/>
              <a:t>= </a:t>
            </a:r>
            <a:r>
              <a:rPr lang="ko-KR" altLang="en-US" dirty="0"/>
              <a:t>반올림</a:t>
            </a:r>
            <a:r>
              <a:rPr lang="en-US" altLang="ko-KR" dirty="0"/>
              <a:t>(</a:t>
            </a:r>
            <a:r>
              <a:rPr lang="ko-KR" altLang="en-US" dirty="0"/>
              <a:t>매입단가 </a:t>
            </a:r>
            <a:r>
              <a:rPr lang="en-US" altLang="ko-KR" dirty="0"/>
              <a:t>* </a:t>
            </a:r>
            <a:r>
              <a:rPr lang="ko-KR" altLang="en-US" dirty="0"/>
              <a:t>수량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5074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BB930-2033-A571-5786-23858313F632}"/>
              </a:ext>
            </a:extLst>
          </p:cNvPr>
          <p:cNvSpPr txBox="1"/>
          <p:nvPr/>
        </p:nvSpPr>
        <p:spPr>
          <a:xfrm>
            <a:off x="655780" y="639601"/>
            <a:ext cx="103915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1:30 </a:t>
            </a:r>
            <a:r>
              <a:rPr lang="ko-KR" altLang="en-US" dirty="0"/>
              <a:t>이사님 출하는 여기에서 </a:t>
            </a:r>
            <a:r>
              <a:rPr lang="ko-KR" altLang="en-US" dirty="0" err="1"/>
              <a:t>하는것</a:t>
            </a:r>
            <a:r>
              <a:rPr lang="ko-KR" altLang="en-US" dirty="0"/>
              <a:t> 맞나요</a:t>
            </a:r>
            <a:r>
              <a:rPr lang="en-US" altLang="ko-KR" dirty="0"/>
              <a:t>? </a:t>
            </a:r>
            <a:r>
              <a:rPr lang="ko-KR" altLang="en-US" dirty="0"/>
              <a:t>문제점 체크했습니다</a:t>
            </a:r>
            <a:endParaRPr lang="en-US" altLang="ko-KR" dirty="0"/>
          </a:p>
          <a:p>
            <a:r>
              <a:rPr lang="ko-KR" altLang="en-US" dirty="0" err="1"/>
              <a:t>판매전표등록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거래처코드 컬럼을 </a:t>
            </a:r>
            <a:r>
              <a:rPr lang="ko-KR" altLang="en-US" dirty="0" err="1"/>
              <a:t>더블클릭해서</a:t>
            </a:r>
            <a:r>
              <a:rPr lang="ko-KR" altLang="en-US" dirty="0"/>
              <a:t> 거래처 선택하면 거래처명 나옴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판매단가</a:t>
            </a:r>
            <a:r>
              <a:rPr lang="en-US" altLang="ko-KR" dirty="0"/>
              <a:t>, </a:t>
            </a:r>
            <a:r>
              <a:rPr lang="ko-KR" altLang="en-US" dirty="0"/>
              <a:t>수량 입력 되면 공급가액</a:t>
            </a:r>
            <a:r>
              <a:rPr lang="en-US" altLang="ko-KR" dirty="0"/>
              <a:t>, </a:t>
            </a:r>
            <a:r>
              <a:rPr lang="ko-KR" altLang="en-US" dirty="0"/>
              <a:t>부가세액</a:t>
            </a:r>
            <a:r>
              <a:rPr lang="en-US" altLang="ko-KR" dirty="0"/>
              <a:t>, </a:t>
            </a:r>
            <a:r>
              <a:rPr lang="ko-KR" altLang="en-US" dirty="0"/>
              <a:t>금액 자동계산 되게</a:t>
            </a: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71541F-4C6C-526A-2197-653BF5846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764" y="2350469"/>
            <a:ext cx="6793011" cy="372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39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BB930-2033-A571-5786-23858313F632}"/>
              </a:ext>
            </a:extLst>
          </p:cNvPr>
          <p:cNvSpPr txBox="1"/>
          <p:nvPr/>
        </p:nvSpPr>
        <p:spPr>
          <a:xfrm>
            <a:off x="655780" y="639601"/>
            <a:ext cx="103915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1:37 </a:t>
            </a:r>
            <a:r>
              <a:rPr lang="ko-KR" altLang="en-US" dirty="0"/>
              <a:t>생산전표등록</a:t>
            </a:r>
            <a:endParaRPr lang="en-US" altLang="ko-KR" dirty="0"/>
          </a:p>
          <a:p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한번 입력 후 수정 안됨</a:t>
            </a:r>
            <a:endParaRPr lang="en-US" altLang="ko-KR" dirty="0"/>
          </a:p>
          <a:p>
            <a:r>
              <a:rPr lang="en-US" altLang="ko-KR" dirty="0"/>
              <a:t>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ko-KR" altLang="en-US" dirty="0"/>
          </a:p>
        </p:txBody>
      </p:sp>
      <p:pic>
        <p:nvPicPr>
          <p:cNvPr id="4" name="그림 3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AF343E-AF56-28E5-37ED-5D95CA2F9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493" y="1677202"/>
            <a:ext cx="4658375" cy="284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008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BB930-2033-A571-5786-23858313F632}"/>
              </a:ext>
            </a:extLst>
          </p:cNvPr>
          <p:cNvSpPr txBox="1"/>
          <p:nvPr/>
        </p:nvSpPr>
        <p:spPr>
          <a:xfrm>
            <a:off x="655780" y="639601"/>
            <a:ext cx="103915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1:46</a:t>
            </a:r>
          </a:p>
          <a:p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1/5</a:t>
            </a:r>
            <a:r>
              <a:rPr lang="ko-KR" altLang="en-US" dirty="0"/>
              <a:t>일 생산 전표 입력 했는데</a:t>
            </a:r>
            <a:r>
              <a:rPr lang="en-US" altLang="ko-KR" dirty="0"/>
              <a:t>, </a:t>
            </a:r>
            <a:r>
              <a:rPr lang="ko-KR" altLang="en-US" dirty="0" err="1"/>
              <a:t>총재고량</a:t>
            </a:r>
            <a:r>
              <a:rPr lang="en-US" altLang="ko-KR" dirty="0"/>
              <a:t>, </a:t>
            </a:r>
            <a:r>
              <a:rPr lang="ko-KR" altLang="en-US" dirty="0"/>
              <a:t>입출고</a:t>
            </a:r>
            <a:r>
              <a:rPr lang="en-US" altLang="ko-KR" dirty="0"/>
              <a:t>, </a:t>
            </a:r>
            <a:r>
              <a:rPr lang="ko-KR" altLang="en-US" dirty="0"/>
              <a:t>한눈에 </a:t>
            </a:r>
            <a:r>
              <a:rPr lang="ko-KR" altLang="en-US" dirty="0" err="1"/>
              <a:t>볼수</a:t>
            </a:r>
            <a:r>
              <a:rPr lang="ko-KR" altLang="en-US" dirty="0"/>
              <a:t> 있는 창이 있을까요</a:t>
            </a:r>
            <a:r>
              <a:rPr lang="en-US" altLang="ko-KR" dirty="0"/>
              <a:t>?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현재 프로그램에서 생산전표 등록 간소화 </a:t>
            </a:r>
            <a:r>
              <a:rPr lang="ko-KR" altLang="en-US" dirty="0" err="1"/>
              <a:t>할수</a:t>
            </a:r>
            <a:r>
              <a:rPr lang="ko-KR" altLang="en-US" dirty="0"/>
              <a:t> 있는 방법 있을까요</a:t>
            </a:r>
            <a:r>
              <a:rPr lang="en-US" altLang="ko-KR" dirty="0"/>
              <a:t>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ko-KR" altLang="en-US" dirty="0"/>
              <a:t>주야간 합쳐서 </a:t>
            </a:r>
            <a:r>
              <a:rPr lang="en-US" altLang="ko-KR" dirty="0"/>
              <a:t>40</a:t>
            </a:r>
            <a:r>
              <a:rPr lang="ko-KR" altLang="en-US" dirty="0"/>
              <a:t>개 전표를 입력 </a:t>
            </a:r>
            <a:r>
              <a:rPr lang="ko-KR" altLang="en-US" dirty="0" err="1"/>
              <a:t>하는게</a:t>
            </a:r>
            <a:r>
              <a:rPr lang="ko-KR" altLang="en-US" dirty="0"/>
              <a:t> 오래 걸리고 수고스러워서 지속 사용이 어려울 듯합니다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dirty="0"/>
              <a:t>40</a:t>
            </a:r>
            <a:r>
              <a:rPr lang="ko-KR" altLang="en-US" dirty="0"/>
              <a:t>개 행이 항시 떠 있고</a:t>
            </a:r>
            <a:r>
              <a:rPr lang="en-US" altLang="ko-KR" dirty="0"/>
              <a:t>, </a:t>
            </a:r>
            <a:r>
              <a:rPr lang="ko-KR" altLang="en-US" dirty="0"/>
              <a:t>공정</a:t>
            </a:r>
            <a:r>
              <a:rPr lang="en-US" altLang="ko-KR" dirty="0"/>
              <a:t>, </a:t>
            </a:r>
            <a:r>
              <a:rPr lang="ko-KR" altLang="en-US" dirty="0"/>
              <a:t>생산기기도 디폴트 값 미리 입력되어 있고</a:t>
            </a:r>
            <a:r>
              <a:rPr lang="en-US" altLang="ko-KR" dirty="0"/>
              <a:t>, </a:t>
            </a:r>
            <a:r>
              <a:rPr lang="ko-KR" altLang="en-US" dirty="0"/>
              <a:t>생산일자</a:t>
            </a:r>
            <a:r>
              <a:rPr lang="en-US" altLang="ko-KR" dirty="0"/>
              <a:t>, </a:t>
            </a:r>
            <a:r>
              <a:rPr lang="ko-KR" altLang="en-US" dirty="0"/>
              <a:t>제품</a:t>
            </a:r>
            <a:r>
              <a:rPr lang="en-US" altLang="ko-KR" dirty="0"/>
              <a:t>, </a:t>
            </a:r>
            <a:r>
              <a:rPr lang="ko-KR" altLang="en-US" dirty="0"/>
              <a:t>생산량 </a:t>
            </a:r>
            <a:r>
              <a:rPr lang="en-US" altLang="ko-KR" dirty="0"/>
              <a:t>3</a:t>
            </a:r>
            <a:r>
              <a:rPr lang="ko-KR" altLang="en-US" dirty="0"/>
              <a:t>가지만 기입 및 저장하게 가능할지</a:t>
            </a:r>
            <a:r>
              <a:rPr lang="en-US" altLang="ko-KR" dirty="0"/>
              <a:t>? 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2423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BB930-2033-A571-5786-23858313F632}"/>
              </a:ext>
            </a:extLst>
          </p:cNvPr>
          <p:cNvSpPr txBox="1"/>
          <p:nvPr/>
        </p:nvSpPr>
        <p:spPr>
          <a:xfrm>
            <a:off x="655780" y="639601"/>
            <a:ext cx="1039153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1:46</a:t>
            </a:r>
          </a:p>
          <a:p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한동안 번거롭게 해드리게 되겠지만</a:t>
            </a:r>
            <a:r>
              <a:rPr lang="en-US" altLang="ko-KR" dirty="0"/>
              <a:t>... </a:t>
            </a:r>
            <a:r>
              <a:rPr lang="ko-KR" altLang="en-US" dirty="0"/>
              <a:t>현재 </a:t>
            </a:r>
            <a:r>
              <a:rPr lang="en-US" altLang="ko-KR" dirty="0" err="1"/>
              <a:t>mes</a:t>
            </a:r>
            <a:r>
              <a:rPr lang="en-US" altLang="ko-KR" dirty="0"/>
              <a:t> </a:t>
            </a:r>
            <a:r>
              <a:rPr lang="ko-KR" altLang="en-US" dirty="0"/>
              <a:t>프로그램 모든 기능을 저희 회사에 맞게 수정하며 최대한 써보고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큰 개선이 필요한 부분 체크해서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올해 지원사업 </a:t>
            </a:r>
            <a:r>
              <a:rPr lang="ko-KR" altLang="en-US" dirty="0" err="1"/>
              <a:t>진행시</a:t>
            </a:r>
            <a:r>
              <a:rPr lang="en-US" altLang="ko-KR" dirty="0"/>
              <a:t>, </a:t>
            </a:r>
            <a:r>
              <a:rPr lang="ko-KR" altLang="en-US" dirty="0"/>
              <a:t>저희 회사 맞춤식으로 프로그램 수정을 해보면 좋을 것 같습니다</a:t>
            </a:r>
            <a:r>
              <a:rPr lang="en-US" altLang="ko-KR" dirty="0"/>
              <a:t>~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4960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BB930-2033-A571-5786-23858313F632}"/>
              </a:ext>
            </a:extLst>
          </p:cNvPr>
          <p:cNvSpPr txBox="1"/>
          <p:nvPr/>
        </p:nvSpPr>
        <p:spPr>
          <a:xfrm>
            <a:off x="655780" y="639601"/>
            <a:ext cx="1039153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4:37</a:t>
            </a:r>
          </a:p>
          <a:p>
            <a:r>
              <a:rPr lang="ko-KR" altLang="en-US" sz="1400" dirty="0"/>
              <a:t>*</a:t>
            </a:r>
            <a:r>
              <a:rPr lang="en-US" altLang="ko-KR" sz="1400" dirty="0"/>
              <a:t>1/6 </a:t>
            </a:r>
            <a:r>
              <a:rPr lang="ko-KR" altLang="en-US" sz="1400" dirty="0"/>
              <a:t>개선요청 사항 </a:t>
            </a:r>
            <a:r>
              <a:rPr lang="en-US" altLang="ko-KR" sz="1400" dirty="0"/>
              <a:t>(</a:t>
            </a:r>
            <a:r>
              <a:rPr lang="ko-KR" altLang="en-US" sz="1400" dirty="0"/>
              <a:t>우선순위별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/>
              <a:t>1. </a:t>
            </a:r>
            <a:r>
              <a:rPr lang="ko-KR" altLang="en-US" sz="1400" dirty="0"/>
              <a:t>판매 관리</a:t>
            </a:r>
            <a:r>
              <a:rPr lang="en-US" altLang="ko-KR" sz="1400" dirty="0"/>
              <a:t>-</a:t>
            </a:r>
            <a:r>
              <a:rPr lang="ko-KR" altLang="en-US" sz="1400" dirty="0" err="1"/>
              <a:t>판매전표등록</a:t>
            </a:r>
            <a:r>
              <a:rPr lang="en-US" altLang="ko-KR" sz="1400" dirty="0"/>
              <a:t>&gt; </a:t>
            </a:r>
            <a:r>
              <a:rPr lang="ko-KR" altLang="en-US" sz="1400" dirty="0"/>
              <a:t>거래처명 리스트 연동 안됨</a:t>
            </a:r>
            <a:r>
              <a:rPr lang="en-US" altLang="ko-KR" sz="1400" dirty="0"/>
              <a:t>, </a:t>
            </a:r>
            <a:r>
              <a:rPr lang="ko-KR" altLang="en-US" sz="1400" dirty="0"/>
              <a:t>금액 자동 계산 안됨</a:t>
            </a:r>
            <a:endParaRPr lang="en-US" altLang="ko-KR" sz="1400" dirty="0"/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0000"/>
                </a:solidFill>
              </a:rPr>
              <a:t>거래처코드에서 </a:t>
            </a:r>
            <a:r>
              <a:rPr lang="ko-KR" altLang="en-US" sz="1400" dirty="0" err="1">
                <a:solidFill>
                  <a:srgbClr val="FF0000"/>
                </a:solidFill>
              </a:rPr>
              <a:t>더블클릭해서</a:t>
            </a:r>
            <a:r>
              <a:rPr lang="ko-KR" altLang="en-US" sz="1400" dirty="0">
                <a:solidFill>
                  <a:srgbClr val="FF0000"/>
                </a:solidFill>
              </a:rPr>
              <a:t> 거래처목록 </a:t>
            </a:r>
            <a:r>
              <a:rPr lang="ko-KR" altLang="en-US" sz="1400" dirty="0" err="1">
                <a:solidFill>
                  <a:srgbClr val="FF0000"/>
                </a:solidFill>
              </a:rPr>
              <a:t>팝업시</a:t>
            </a:r>
            <a:r>
              <a:rPr lang="ko-KR" altLang="en-US" sz="1400" dirty="0">
                <a:solidFill>
                  <a:srgbClr val="FF0000"/>
                </a:solidFill>
              </a:rPr>
              <a:t> 선택하면 거래처명 보여 짐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dirty="0"/>
              <a:t>제품출하시 여기에만 등록하면 되는지</a:t>
            </a:r>
            <a:r>
              <a:rPr lang="en-US" altLang="ko-KR" sz="1400" dirty="0"/>
              <a:t>?(</a:t>
            </a:r>
            <a:r>
              <a:rPr lang="ko-KR" altLang="en-US" sz="1400" dirty="0"/>
              <a:t>고객사 별</a:t>
            </a:r>
            <a:r>
              <a:rPr lang="en-US" altLang="ko-KR" sz="1400" dirty="0"/>
              <a:t>, </a:t>
            </a:r>
            <a:r>
              <a:rPr lang="ko-KR" altLang="en-US" sz="1400" dirty="0"/>
              <a:t>아이템별 납품 수량</a:t>
            </a:r>
            <a:r>
              <a:rPr lang="en-US" altLang="ko-KR" sz="1400" dirty="0"/>
              <a:t>, </a:t>
            </a:r>
            <a:r>
              <a:rPr lang="ko-KR" altLang="en-US" sz="1400" dirty="0"/>
              <a:t>매출 금액 집게 목적</a:t>
            </a:r>
            <a:r>
              <a:rPr lang="en-US" altLang="ko-KR" sz="14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0000"/>
                </a:solidFill>
              </a:rPr>
              <a:t>여기에 등록하면 납품관련 정보 확인 가능함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>
                <a:solidFill>
                  <a:srgbClr val="FF0000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처리 완료</a:t>
            </a:r>
            <a:endParaRPr lang="en-US" altLang="ko-KR" sz="1400" dirty="0">
              <a:solidFill>
                <a:srgbClr val="FF0000"/>
              </a:solidFill>
            </a:endParaRPr>
          </a:p>
          <a:p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/>
              <a:t>2. &lt;</a:t>
            </a:r>
            <a:r>
              <a:rPr lang="ko-KR" altLang="en-US" sz="1400" dirty="0"/>
              <a:t>입고관리</a:t>
            </a:r>
            <a:r>
              <a:rPr lang="en-US" altLang="ko-KR" sz="1400" dirty="0"/>
              <a:t>-</a:t>
            </a:r>
            <a:r>
              <a:rPr lang="ko-KR" altLang="en-US" sz="1400" dirty="0" err="1"/>
              <a:t>제품입고전표등록</a:t>
            </a:r>
            <a:r>
              <a:rPr lang="en-US" altLang="ko-KR" sz="1400" dirty="0"/>
              <a:t>&gt; </a:t>
            </a:r>
            <a:r>
              <a:rPr lang="ko-KR" altLang="en-US" sz="1400" dirty="0"/>
              <a:t>매입단가 소수점 한자리 반영</a:t>
            </a:r>
            <a:r>
              <a:rPr lang="en-US" altLang="ko-KR" sz="1400" dirty="0"/>
              <a:t>, </a:t>
            </a:r>
            <a:r>
              <a:rPr lang="ko-KR" altLang="en-US" sz="1400" dirty="0"/>
              <a:t>나머지 금액은 정수 한자리로 반올림 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FF0000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처리완료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ko-KR" altLang="en-US" sz="1400" dirty="0">
              <a:solidFill>
                <a:srgbClr val="FF0000"/>
              </a:solidFill>
            </a:endParaRPr>
          </a:p>
          <a:p>
            <a:r>
              <a:rPr lang="en-US" altLang="ko-KR" sz="1400" dirty="0"/>
              <a:t>3. </a:t>
            </a:r>
            <a:r>
              <a:rPr lang="ko-KR" altLang="en-US" sz="1400" dirty="0"/>
              <a:t>생산 전표 등록 시</a:t>
            </a:r>
            <a:r>
              <a:rPr lang="en-US" altLang="ko-KR" sz="1400" dirty="0"/>
              <a:t>, </a:t>
            </a:r>
            <a:r>
              <a:rPr lang="ko-KR" altLang="en-US" sz="1400" dirty="0"/>
              <a:t>제품</a:t>
            </a:r>
            <a:r>
              <a:rPr lang="en-US" altLang="ko-KR" sz="1400" dirty="0"/>
              <a:t>, </a:t>
            </a:r>
            <a:r>
              <a:rPr lang="ko-KR" altLang="en-US" sz="1400" dirty="0"/>
              <a:t>생산기기 입력 후 수정 안됨</a:t>
            </a:r>
            <a:endParaRPr lang="en-US" altLang="ko-KR" sz="1400" dirty="0"/>
          </a:p>
          <a:p>
            <a:r>
              <a:rPr lang="en-US" altLang="ko-KR" sz="1400" dirty="0">
                <a:solidFill>
                  <a:srgbClr val="FF0000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처리완료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ko-KR" altLang="en-US" sz="1400" dirty="0">
              <a:solidFill>
                <a:srgbClr val="FF0000"/>
              </a:solidFill>
            </a:endParaRPr>
          </a:p>
          <a:p>
            <a:r>
              <a:rPr lang="en-US" altLang="ko-KR" sz="1400" dirty="0"/>
              <a:t>4. </a:t>
            </a:r>
            <a:r>
              <a:rPr lang="ko-KR" altLang="en-US" sz="1400" dirty="0"/>
              <a:t>현재 프로그램에서 생산전표 등록 간소화 가능한지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400" dirty="0"/>
              <a:t>40</a:t>
            </a:r>
            <a:r>
              <a:rPr lang="ko-KR" altLang="en-US" sz="1400" dirty="0"/>
              <a:t>개 행 항상 떠있고 공정</a:t>
            </a:r>
            <a:r>
              <a:rPr lang="en-US" altLang="ko-KR" sz="1400" dirty="0"/>
              <a:t>,</a:t>
            </a:r>
            <a:r>
              <a:rPr lang="ko-KR" altLang="en-US" sz="1400" dirty="0"/>
              <a:t>생산기기 기본값 입력되어 있고</a:t>
            </a:r>
            <a:r>
              <a:rPr lang="en-US" altLang="ko-KR" sz="1400" dirty="0"/>
              <a:t>, </a:t>
            </a:r>
            <a:r>
              <a:rPr lang="ko-KR" altLang="en-US" sz="1400" dirty="0"/>
              <a:t>생산일자</a:t>
            </a:r>
            <a:r>
              <a:rPr lang="en-US" altLang="ko-KR" sz="1400" dirty="0"/>
              <a:t>, </a:t>
            </a:r>
            <a:r>
              <a:rPr lang="ko-KR" altLang="en-US" sz="1400" dirty="0"/>
              <a:t>제품</a:t>
            </a:r>
            <a:r>
              <a:rPr lang="en-US" altLang="ko-KR" sz="1400" dirty="0"/>
              <a:t>, </a:t>
            </a:r>
            <a:r>
              <a:rPr lang="ko-KR" altLang="en-US" sz="1400" dirty="0"/>
              <a:t>생산량 </a:t>
            </a:r>
            <a:r>
              <a:rPr lang="en-US" altLang="ko-KR" sz="1400" dirty="0"/>
              <a:t>3</a:t>
            </a:r>
            <a:r>
              <a:rPr lang="ko-KR" altLang="en-US" sz="1400" dirty="0"/>
              <a:t>가지만 기입 저장 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어려운시</a:t>
            </a:r>
            <a:r>
              <a:rPr lang="ko-KR" altLang="en-US" sz="1400" dirty="0"/>
              <a:t> 지원사업시 반영 </a:t>
            </a:r>
            <a:r>
              <a:rPr lang="en-US" altLang="ko-KR" sz="1400" dirty="0"/>
              <a:t>)</a:t>
            </a:r>
          </a:p>
          <a:p>
            <a:r>
              <a:rPr lang="en-US" altLang="ko-KR" sz="1400" dirty="0">
                <a:solidFill>
                  <a:srgbClr val="FF0000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처리완료 </a:t>
            </a: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</a:rPr>
              <a:t>전날 생산전표 복사기능으로 처리 함 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/>
              <a:t>5. </a:t>
            </a:r>
            <a:r>
              <a:rPr lang="ko-KR" altLang="en-US" sz="1400" dirty="0"/>
              <a:t>총 재고량</a:t>
            </a:r>
            <a:r>
              <a:rPr lang="en-US" altLang="ko-KR" sz="1400" dirty="0"/>
              <a:t>, </a:t>
            </a:r>
            <a:r>
              <a:rPr lang="ko-KR" altLang="en-US" sz="1400" dirty="0"/>
              <a:t>입출고현황 확인하는 창 확인</a:t>
            </a:r>
            <a:endParaRPr lang="en-US" altLang="ko-KR" sz="1400" dirty="0"/>
          </a:p>
          <a:p>
            <a:r>
              <a:rPr lang="en-US" altLang="ko-KR" sz="1400" dirty="0"/>
              <a:t>* </a:t>
            </a:r>
            <a:r>
              <a:rPr lang="ko-KR" altLang="en-US" sz="1400" dirty="0"/>
              <a:t>확인 및 처리 후 연락 드리겠습니다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81316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355</Words>
  <Application>Microsoft Office PowerPoint</Application>
  <PresentationFormat>와이드스크린</PresentationFormat>
  <Paragraphs>51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T35005</dc:creator>
  <cp:lastModifiedBy>T35005</cp:lastModifiedBy>
  <cp:revision>6</cp:revision>
  <dcterms:created xsi:type="dcterms:W3CDTF">2026-01-06T06:54:09Z</dcterms:created>
  <dcterms:modified xsi:type="dcterms:W3CDTF">2026-01-07T01:52:18Z</dcterms:modified>
</cp:coreProperties>
</file>